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386741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386741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0386741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0386741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175" y="0"/>
            <a:ext cx="74496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650" y="0"/>
            <a:ext cx="74967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500" y="0"/>
            <a:ext cx="74150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