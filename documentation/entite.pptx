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03867416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03867416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03867416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03867416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03867416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03867416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438" y="0"/>
            <a:ext cx="737913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751" y="0"/>
            <a:ext cx="790651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400" y="0"/>
            <a:ext cx="772721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151" y="0"/>
            <a:ext cx="762170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